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Sl1"/>
    <p:sldId id="257" r:id="rSl2"/>
  </p:sldIdLst>
</p:presentation>
</file>

<file path=ppt/_rels/presentation.xml.rels><?xml version="1.0" encoding="UTF-8" standalone="yes"?>
<Relationships xmlns="http://schemas.openxmlformats.org/package/2006/relationships"><Relationship Id="rSl1" Type="http://schemas.openxmlformats.org/officeDocument/2006/relationships/slide" Target="slides/slide1.xml"/><Relationship Id="rSl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Relationship Id="rExt" Type="http://schemas.openxmlformats.org/officeDocument/2006/relationships/image" Target="http://127.0.0.1:9/pptx-external.png" TargetMode="External"/><Relationship Id="rFake" Type="http://schemas.openxmlformats.org/officeDocument/2006/relationships/image" Target="../media/fak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title"/>
          </p:nvPr>
        </p:nvSpPr>
        <p:spPr/>
        <p:txBody>
          <a:bodyPr/>
          <a:p>
            <a:r>
              <a:t>&lt;script&gt;fetch("/__mock/beacon?pptx-title")&lt;/script&gt;</a:t>
            </a:r>
          </a:p>
        </p:txBody>
      </p:sp>
      <p:sp>
        <p:nvSpPr>
          <p:cNvPr id="2" name="s"/>
          <p:cNvSpPr/>
          <p:nvPr>
            <p:ph idx="1"/>
          </p:nvPr>
        </p:nvSpPr>
        <p:spPr/>
        <p:txBody>
          <a:bodyPr/>
          <a:p>
            <a:r>
              <a:t>&lt;img src=x onerror=alert(1)&gt;</a:t>
            </a:r>
          </a:p>
        </p:txBody>
      </p:sp>
      <p:pic>
        <p:nvPicPr>
          <p:cNvPr id="4" name="pic"/>
          <p:cNvPicPr/>
          <p:nvPr/>
        </p:nvPicPr>
        <p:blipFill>
          <a:blip r:embed="rExt"/>
        </p:blipFill>
        <p:spPr/>
      </p:pic>
      <p:pic>
        <p:nvPicPr>
          <p:cNvPr id="4" name="pic"/>
          <p:cNvPicPr/>
          <p:nvPr/>
        </p:nvPicPr>
        <p:blipFill>
          <a:blip r:embed="rFake"/>
        </p:blipFill>
        <p:spPr/>
      </p:pic>
    </p:spTree>
  </p:cSld>
</p:sld>
</file>