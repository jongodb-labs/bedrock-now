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Sl1"/>
    <p:sldId id="257" r:id="rSl2"/>
    <p:sldId id="258" r:id="rSl3"/>
    <p:sldId id="259" r:id="rSl4"/>
  </p:sldIdLst>
</p:presentation>
</file>

<file path=ppt/_rels/presentation.xml.rels><?xml version="1.0" encoding="UTF-8" standalone="yes"?>
<Relationships xmlns="http://schemas.openxmlformats.org/package/2006/relationships"><Relationship Id="rSl1" Type="http://schemas.openxmlformats.org/officeDocument/2006/relationships/slide" Target="slides/slide1.xml"/><Relationship Id="rSl2" Type="http://schemas.openxmlformats.org/officeDocument/2006/relationships/slide" Target="slides/slide2.xml"/><Relationship Id="rSl3" Type="http://schemas.openxmlformats.org/officeDocument/2006/relationships/slide" Target="slides/slide3.xml"/><Relationship Id="rSl4" Type="http://schemas.openxmlformats.org/officeDocument/2006/relationships/slide" Target="slides/slide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idx="1"/>
          </p:nvPr>
        </p:nvSpPr>
        <p:spPr/>
        <p:txBody>
          <a:bodyPr/>
          <a:p>
            <a:r>
              <a:t>Mention the new offices first.</a:t>
            </a:r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<Relationship Id="rN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mg" Type="http://schemas.openxmlformats.org/officeDocument/2006/relationships/image" Target="../media/char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ctrTitle"/>
          </p:nvPr>
        </p:nvSpPr>
        <p:spPr/>
        <p:txBody>
          <a:bodyPr/>
          <a:p>
            <a:r>
              <a:t>Quarterly review</a:t>
            </a:r>
          </a:p>
        </p:txBody>
      </p:sp>
      <p:sp>
        <p:nvSpPr>
          <p:cNvPr id="2" name="s"/>
          <p:cNvSpPr/>
          <p:nvPr>
            <p:ph type="subTitle"/>
          </p:nvPr>
        </p:nvSpPr>
        <p:spPr/>
        <p:txBody>
          <a:bodyPr/>
          <a:p>
            <a:r>
              <a:t>October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Highlights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p>
            <a:r>
              <a:t>Revenue up 12%</a:t>
            </a:r>
          </a:p>
          <a:p>
            <a:pPr lvl="1"/>
            <a:r>
              <a:t>North led</a:t>
            </a:r>
          </a:p>
          <a:p>
            <a:r>
              <a:t>Two new offices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Numbers</a:t>
            </a:r>
          </a:p>
        </p:txBody>
      </p:sp>
      <p:pic>
        <p:nvPicPr>
          <p:cNvPr id="4" name="pic"/>
          <p:cNvPicPr/>
          <p:nvPr/>
        </p:nvPicPr>
        <p:blipFill>
          <a:blip r:embed="rImg"/>
        </p:blipFill>
        <p:spPr/>
      </p:pic>
      <p:graphicFrame>
        <a:graphic>
          <a:graphicData>
            <a:tbl>
              <a:tr>
                <a:tc>
                  <a:txBody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p>
                      <a:r>
                        <a:t>Revenue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p>
                      <a:r>
                        <a:t>1,204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A hidden slide</a:t>
            </a:r>
          </a:p>
        </p:txBody>
      </p:sp>
    </p:spTree>
  </p:cSld>
</p:sld>
</file>